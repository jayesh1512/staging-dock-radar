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 Radar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Outbound System — 10,000-Foot View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286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outbound engines. One unified system.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Prioritized, automated, account-based.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Review  |  March 2026  |  FlytBase BD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Outbound Engines — One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engine targets a different buyer segment with a different motion, but shares common infrastructure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Outreach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7160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contacts at target companies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capture → deep dive → opportunity pack → personalized email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live, Step 4 in progress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 about Company X deploying DJI Dock → extract contact → contextual email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42316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2651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Scan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37160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DSP/SI Onboarding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371600" y="2971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service providers &amp; system integrators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discovery → website readiness scoring → partner enablement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217920" y="2560320"/>
            <a:ext cx="2286000" cy="3200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Text 18"/>
          <p:cNvSpPr/>
          <p:nvPr/>
        </p:nvSpPr>
        <p:spPr>
          <a:xfrm>
            <a:off x="621792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+ Crawler + Readiness Advisor built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217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Instadrone (France) via SIRENE + DJI dealer + DGAC waivers → score → onboard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657600"/>
            <a:ext cx="64008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Shape 22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7160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Engine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71600" y="3977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Outreach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371600" y="4206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matching existing FlytBase case studies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→ facility database → similarity scoring → proof-led outreach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217920" y="3794760"/>
            <a:ext cx="2286000" cy="3200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2" name="Text 27"/>
          <p:cNvSpPr/>
          <p:nvPr/>
        </p:nvSpPr>
        <p:spPr>
          <a:xfrm>
            <a:off x="621792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plan complete, ready to build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21792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 port win → WPI database → score 3,818 ports → 20 high-conviction targets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Pieces Connect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at bottom, three independent engines above, unified tracking at top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1188720" cy="50292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343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Hunter.io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Apollo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20240" y="4343400"/>
            <a:ext cx="1188720" cy="50292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4343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4343400"/>
            <a:ext cx="1188720" cy="50292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4343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4343400"/>
            <a:ext cx="1188720" cy="50292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4343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4343400"/>
            <a:ext cx="1188720" cy="50292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4343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dedup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06640" y="4343400"/>
            <a:ext cx="1188720" cy="50292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4343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(Step 4)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960120"/>
            <a:ext cx="25603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2560320" cy="41148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/ news monitoring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1847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deep dive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395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560320"/>
            <a:ext cx="2560320" cy="41148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pack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944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2560320" cy="41148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email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91840" y="960120"/>
            <a:ext cx="256032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Scan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91840" y="1463040"/>
            <a:ext cx="2560320" cy="4114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SIRENE + DJI + DGAC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1847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91840" y="2011680"/>
            <a:ext cx="2560320" cy="4114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Dock Crawler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2395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91840" y="2560320"/>
            <a:ext cx="2560320" cy="4114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readiness score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91840" y="2944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91840" y="3108960"/>
            <a:ext cx="2560320" cy="4114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29184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enablement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918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126480" y="960120"/>
            <a:ext cx="256032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Engine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26480" y="1463040"/>
            <a:ext cx="2560320" cy="411480"/>
          </a:xfrm>
          <a:prstGeom prst="rect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→ WPI ingest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26480" y="1847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26480" y="2011680"/>
            <a:ext cx="2560320" cy="411480"/>
          </a:xfrm>
          <a:prstGeom prst="rect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1264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4-gate scoring funnel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26480" y="2395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126480" y="2560320"/>
            <a:ext cx="2560320" cy="411480"/>
          </a:xfrm>
          <a:prstGeom prst="rect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12648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outreach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26480" y="2944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126480" y="3108960"/>
            <a:ext cx="2560320" cy="411480"/>
          </a:xfrm>
          <a:prstGeom prst="rect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12648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Proof-led email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264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2743200" y="3520440"/>
            <a:ext cx="3657600" cy="32004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tracking: opens → replies → meetings → pipeline → scoring feedback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017520" y="960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852160" y="960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&amp; Automation 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components are shared, what blocks what, and what can be automated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enrichment (Hunter/Apollo)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drafting (Claude API)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sending (Resend)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notifications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dedup (HubSpot)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 Radar UI (Step 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4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 signal capture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deep dive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SIRENE/DJI/DGAC scrapers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Dock Crawler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P+R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Readiness Advisor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LLM+human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WPI facility ingest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Repeat.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WPI 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4-gate scoring funnel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Auto+human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Repeat.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enablement emails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LLM+human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P+R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dir.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P+R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components shared across all 3 engines. Build once, unlock all three. Critical path: Step 4 UI gates everything.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Scorecard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hands-free, what needs a human touch, and what to buy vs build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97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15 components run hands-free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97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97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7830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components need light-touch review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97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97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component (case study input) is one-time manual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humans add value (not bottleneck)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 schema fill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hour per vertical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quality determines all downstream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Top-20 scoring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 per 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data anomalies before enrichment spend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spot-check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sec per contact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enrichment accuracy, saves bounce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tone calibration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3 per template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LLM quality bar, then auto-drafts 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approval (Gate 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email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sec per email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quality gate with account intel 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 handling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reply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replies need human expertise, not automation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scoring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data refines scoring model weights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human touchpoint is designed to add precision, not create a bottleneck. Total BD time per batch of 20 emails: ~45 minutes.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Prioritization: Where to Focus Next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by: impact × readiness ÷ effort. Not everything ships at once.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Step 4 — Outreach 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ALL three engines. Without send approval UI, nothing goes out. Enrichment + drafting + send + Slack.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105156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10972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903720" y="1097280"/>
            <a:ext cx="1097280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10972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entire system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092440" y="1097280"/>
            <a:ext cx="64008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1097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5029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737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Engine v1 — Ports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ROI: 20 high-conviction enterprise targets from one case study. WPI ingest, 4-gate funnel, proof-led emails.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1737360"/>
            <a:ext cx="105156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737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days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03720" y="1737360"/>
            <a:ext cx="1097280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73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pipeline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92440" y="1737360"/>
            <a:ext cx="64008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50292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377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Dock Crawler — France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10-hour hack sprint. Validates Instadrone litmus test. Feeds Partner Scan + Repeatability Engine.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2377440"/>
            <a:ext cx="105156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23774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hours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03720" y="2377440"/>
            <a:ext cx="1097280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2377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discovery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092440" y="2377440"/>
            <a:ext cx="64008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23774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+ Repeat.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017520"/>
            <a:ext cx="5029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972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dedup + competitor detection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Cross-engine precision layer. Prevents embarrassing sends to existing customers or competitor-locked ports.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017520"/>
            <a:ext cx="105156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30175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03720" y="3017520"/>
            <a:ext cx="1097280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903720" y="3017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trust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92440" y="3017520"/>
            <a:ext cx="64008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092440" y="3017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657600"/>
            <a:ext cx="50292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657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9728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enablement Track B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97280" y="3840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partner intel briefs + draft intro emails. Leverage existing DSP/SI relationships for port outreach.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60720" y="3657600"/>
            <a:ext cx="105156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760720" y="3657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days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903720" y="3657600"/>
            <a:ext cx="1097280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90372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leverage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092440" y="3657600"/>
            <a:ext cx="64008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092440" y="3657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+ Repeat.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297680"/>
            <a:ext cx="502920" cy="4114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297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9728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#2 — Mining or Energy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97280" y="4480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ports engine: swap data source, filters, personas, email hooks. ~3 days per vertical.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760720" y="4297680"/>
            <a:ext cx="105156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760720" y="4297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903720" y="4297680"/>
            <a:ext cx="1097280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903720" y="4297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breadth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092440" y="4297680"/>
            <a:ext cx="640080" cy="201168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092440" y="4297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760720" y="4937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                  Impact                  Engines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6-Week Execution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645920" y="868680"/>
            <a:ext cx="11430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868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868680"/>
            <a:ext cx="11430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868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868680"/>
            <a:ext cx="11430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868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74920" y="868680"/>
            <a:ext cx="11430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868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11430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868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60920" y="868680"/>
            <a:ext cx="11430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868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1280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P0: Step 4 UI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91640" y="1316736"/>
            <a:ext cx="333756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19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Dock Crawler FR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91640" y="1755648"/>
            <a:ext cx="105156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1579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Repeatability v1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2194560"/>
            <a:ext cx="33375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5968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CRM + competitor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77640" y="2633472"/>
            <a:ext cx="105156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0358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Partner Track 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3072384"/>
            <a:ext cx="105156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474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batch: 20 emails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3511296"/>
            <a:ext cx="105156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9136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Vertical #2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3950208"/>
            <a:ext cx="2194560" cy="2743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352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3 verticals live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4389120"/>
            <a:ext cx="10515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Shape 30"/>
          <p:cNvSpPr/>
          <p:nvPr/>
        </p:nvSpPr>
        <p:spPr>
          <a:xfrm>
            <a:off x="5591556" y="40233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Text 31"/>
          <p:cNvSpPr/>
          <p:nvPr/>
        </p:nvSpPr>
        <p:spPr>
          <a:xfrm>
            <a:off x="500634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sends go out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77556" y="40233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729234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 v2 (data-driven)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Step 4 UI (P0) must ship before any engine can send. Repeatability Engine builds in parallel from week 2.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Decisions &amp; Risk Flags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54864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96112"/>
            <a:ext cx="640080" cy="20116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96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71600" y="868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vertical after ports?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(strong case studies, Adani angle) vs Energy (solar/wind, broader TAM)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8961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Lead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8961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 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81328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481328"/>
            <a:ext cx="54864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554480"/>
            <a:ext cx="640080" cy="20116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554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0" y="1527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directory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17556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CSV lookup vs HubSpot partner objects vs dedicated partner DB?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1554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39696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139696"/>
            <a:ext cx="54864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212848"/>
            <a:ext cx="640080" cy="20116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212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71600" y="21854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Hunter.io vs Apollo primary?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24140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better for corporate domains, Apollo better for govt/public authority. Could run both.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2212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22128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98064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798064"/>
            <a:ext cx="54864" cy="56692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2871216"/>
            <a:ext cx="640080" cy="201168"/>
          </a:xfrm>
          <a:prstGeom prst="rect">
            <a:avLst/>
          </a:prstGeom>
          <a:solidFill>
            <a:srgbClr val="FAECE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28712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71600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volume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30723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emails/batch is safe. Scaling to 100+ needs domain warming + sender rotation to avoid spam.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2871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28712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 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456432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456432"/>
            <a:ext cx="54864" cy="56692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3529584"/>
            <a:ext cx="640080" cy="201168"/>
          </a:xfrm>
          <a:prstGeom prst="rect">
            <a:avLst/>
          </a:prstGeom>
          <a:solidFill>
            <a:srgbClr val="FAECE7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529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371600" y="3502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detection false positives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71600" y="37307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"Percepto" keyword might match unrelated content. Need contextual scan, not just string match.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35295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35295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 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114800"/>
            <a:ext cx="54864" cy="5669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" y="4187952"/>
            <a:ext cx="640080" cy="20116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187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371600" y="4160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permission for outreach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371600" y="4389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name SGP port in cold emails? Need legal/marketing sign-off on what's shareable.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58000" y="4187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4187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4572000" cy="457200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engines.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infrastructure.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3108960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Scan finds individuals.  Partner Scan finds DSPs.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Engine finds enterprises.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connects them all.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 •  FlytBase BD  •  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 Radar — Complete Outbound System</dc:title>
  <dc:subject>PptxGenJS Presentation</dc:subject>
  <dc:creator>FlytBase BD</dc:creator>
  <cp:lastModifiedBy>FlytBase BD</cp:lastModifiedBy>
  <cp:revision>1</cp:revision>
  <dcterms:created xsi:type="dcterms:W3CDTF">2026-03-26T06:57:00Z</dcterms:created>
  <dcterms:modified xsi:type="dcterms:W3CDTF">2026-03-26T06:57:00Z</dcterms:modified>
</cp:coreProperties>
</file>